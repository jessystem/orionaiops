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43173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24317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/sessions/quirky-charming-cray/mnt/outputs/deck/icons/cpu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719084"/>
            <a:ext cx="317480" cy="317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548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 AIOPS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8686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incidente reativo a</a:t>
            </a:r>
            <a:endParaRPr lang="en-US" sz="4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contratual protegida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Prova de Conceito — Diretoria de Operações, Locaweb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6 minutos  ·  Método A.D.N.A.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sessions/quirky-charming-cray/mnt/outputs/deck/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303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14300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incidentes separaram sua meta de 75% de 100%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33172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2459736"/>
            <a:ext cx="310896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77240" y="3445459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violações de OLA em P2 no ano de 2025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06240" y="233172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343400" y="2459736"/>
            <a:ext cx="310896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343400" y="3445459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atingimento contratual fechado no ano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0" y="2331720"/>
            <a:ext cx="3794760" cy="192024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909560" y="2459736"/>
            <a:ext cx="352044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0,81%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7909560" y="3445459"/>
            <a:ext cx="3520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média de violação — parece ótima e esconde o problema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4572000"/>
            <a:ext cx="1092708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6" name="Shape 13"/>
          <p:cNvSpPr/>
          <p:nvPr/>
        </p:nvSpPr>
        <p:spPr>
          <a:xfrm>
            <a:off x="914400" y="5074920"/>
            <a:ext cx="594360" cy="59436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7" name="Image 1" descr="/sessions/quirky-charming-cray/mnt/outputs/deck/icons/ale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131" y="5208651"/>
            <a:ext cx="326898" cy="32689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691640" y="47548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faixa de 100% termina em 39 violações.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chamados a menos e o indicador fecha em 100%, não 75% — mas nenhum dashboard de taxa média mostra essa distância até o degrau.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· 1 min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 AIOps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3" name="Image 0" descr="/sessions/quirky-charming-cray/mnt/outputs/deck/icons/ale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605790"/>
            <a:ext cx="251460" cy="2514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303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1430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 a operação enxerga risco pelo retrovisor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221992"/>
            <a:ext cx="512064" cy="512064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7" name="Image 1" descr="/sessions/quirky-charming-cray/mnt/outputs/deck/icons/ey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94" y="2337206"/>
            <a:ext cx="281635" cy="2816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21488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65,6% da base é ruído de monitoramento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17320" y="251460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80.341 dos 122.543 incidentes são abertos e fechados pelo próprio monitoramento, sem analista tocar — o time real de risco fica enterrado dentro de um volume 3x maior do que é.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3547872"/>
            <a:ext cx="512064" cy="512064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1" name="Image 2" descr="/sessions/quirky-charming-cray/mnt/outputs/deck/icons/repea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94" y="3663086"/>
            <a:ext cx="281635" cy="2816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34747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ativo gera 120 chamados por mês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417320" y="384048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item IC00349 sozinho respondeu por 1.448 incidentes no ano — sempre o mesmo problema, sempre reaberto como se fosse novo. Sintoma tratado, causa raiz intacta.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0080" y="4873752"/>
            <a:ext cx="512064" cy="512064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5" name="Image 3" descr="/sessions/quirky-charming-cray/mnt/outputs/deck/icons/clo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94" y="4988966"/>
            <a:ext cx="281635" cy="28163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48006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 quebra antes do relatório fechar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417320" y="516636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entre faixas contratuais é de 3 a 5 chamados. Descobrir isso no fechamento do trimestre já é tarde demais para agir.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 · 1 min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 AIOps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sessions/quirky-charming-cray/mnt/outputs/deck/icons/lay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605790"/>
            <a:ext cx="251460" cy="2514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303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1430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Imagine os dados que já existem, trabalhando por conta própria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22960" y="3017520"/>
            <a:ext cx="960120" cy="9601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1" descr="/sessions/quirky-charming-cray/mnt/outputs/deck/icons/serve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3257550"/>
            <a:ext cx="480060" cy="4800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4087368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(dado bruto)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1783080" y="3497580"/>
            <a:ext cx="1252728" cy="0"/>
          </a:xfrm>
          <a:prstGeom prst="line">
            <a:avLst/>
          </a:prstGeom>
          <a:noFill/>
          <a:ln w="25400">
            <a:solidFill>
              <a:srgbClr val="5D6BA8"/>
            </a:solidFill>
            <a:prstDash val="dash"/>
          </a:ln>
        </p:spPr>
      </p:sp>
      <p:sp>
        <p:nvSpPr>
          <p:cNvPr id="10" name="Shape 6"/>
          <p:cNvSpPr/>
          <p:nvPr/>
        </p:nvSpPr>
        <p:spPr>
          <a:xfrm>
            <a:off x="3035808" y="3017520"/>
            <a:ext cx="960120" cy="9601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2" descr="/sessions/quirky-charming-cray/mnt/outputs/deck/icons/layer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838" y="3257550"/>
            <a:ext cx="480060" cy="4800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532888" y="4087368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&amp;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enriquecimento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3995928" y="3497580"/>
            <a:ext cx="1252728" cy="0"/>
          </a:xfrm>
          <a:prstGeom prst="line">
            <a:avLst/>
          </a:prstGeom>
          <a:noFill/>
          <a:ln w="25400">
            <a:solidFill>
              <a:srgbClr val="5D6BA8"/>
            </a:solidFill>
            <a:prstDash val="dash"/>
          </a:ln>
        </p:spPr>
      </p:sp>
      <p:sp>
        <p:nvSpPr>
          <p:cNvPr id="14" name="Shape 9"/>
          <p:cNvSpPr/>
          <p:nvPr/>
        </p:nvSpPr>
        <p:spPr>
          <a:xfrm>
            <a:off x="5248656" y="3017520"/>
            <a:ext cx="960120" cy="9601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3" descr="/sessions/quirky-charming-cray/mnt/outputs/deck/icons/tren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8686" y="3257550"/>
            <a:ext cx="480060" cy="4800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45736" y="4087368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preditivos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208776" y="3497580"/>
            <a:ext cx="1252728" cy="0"/>
          </a:xfrm>
          <a:prstGeom prst="line">
            <a:avLst/>
          </a:prstGeom>
          <a:noFill/>
          <a:ln w="25400">
            <a:solidFill>
              <a:srgbClr val="5D6BA8"/>
            </a:solidFill>
            <a:prstDash val="dash"/>
          </a:ln>
        </p:spPr>
      </p:sp>
      <p:sp>
        <p:nvSpPr>
          <p:cNvPr id="18" name="Shape 12"/>
          <p:cNvSpPr/>
          <p:nvPr/>
        </p:nvSpPr>
        <p:spPr>
          <a:xfrm>
            <a:off x="7461504" y="3017520"/>
            <a:ext cx="960120" cy="9601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4" descr="/sessions/quirky-charming-cray/mnt/outputs/deck/icons/cpu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1534" y="3257550"/>
            <a:ext cx="480060" cy="4800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958584" y="4087368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de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8421624" y="3497580"/>
            <a:ext cx="1252728" cy="0"/>
          </a:xfrm>
          <a:prstGeom prst="line">
            <a:avLst/>
          </a:prstGeom>
          <a:noFill/>
          <a:ln w="25400">
            <a:solidFill>
              <a:srgbClr val="5D6BA8"/>
            </a:solidFill>
            <a:prstDash val="dash"/>
          </a:ln>
        </p:spPr>
      </p:sp>
      <p:sp>
        <p:nvSpPr>
          <p:cNvPr id="22" name="Shape 15"/>
          <p:cNvSpPr/>
          <p:nvPr/>
        </p:nvSpPr>
        <p:spPr>
          <a:xfrm>
            <a:off x="9674352" y="3017520"/>
            <a:ext cx="960120" cy="9601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5" descr="/sessions/quirky-charming-cray/mnt/outputs/deck/icons/send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4382" y="3257550"/>
            <a:ext cx="480060" cy="4800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171432" y="4087368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ação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Teams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640080" y="5074920"/>
            <a:ext cx="10927080" cy="1143000"/>
          </a:xfrm>
          <a:prstGeom prst="roundRect">
            <a:avLst>
              <a:gd name="adj" fmla="val 8000"/>
            </a:avLst>
          </a:prstGeom>
          <a:solidFill>
            <a:srgbClr val="283580"/>
          </a:solidFill>
          <a:ln/>
        </p:spPr>
      </p:sp>
      <p:sp>
        <p:nvSpPr>
          <p:cNvPr id="26" name="Text 18"/>
          <p:cNvSpPr/>
          <p:nvPr/>
        </p:nvSpPr>
        <p:spPr>
          <a:xfrm>
            <a:off x="914400" y="5074920"/>
            <a:ext cx="10378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disso troca a infraestrutura que a Locaweb já usa.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ORION lê os dados de incidente existentes e roda sobre a nuvem já em uso.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· 2 min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 AIOps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sessions/quirky-charming-cray/mnt/outputs/deck/icons/cpu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605790"/>
            <a:ext cx="251460" cy="2514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303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1430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agentes automáticos, cada um com seu relógio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1399032" y="24048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/sessions/quirky-charming-cray/mnt/outputs/deck/icons/ale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591" y="2532431"/>
            <a:ext cx="311810" cy="3118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315468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OLA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49808" y="35661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HORA EM HORA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86384" y="3977640"/>
            <a:ext cx="1792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 os chamados abertos agora com maior chance de virar violação.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852928" y="21488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4F6FB"/>
          </a:solidFill>
          <a:ln/>
        </p:spPr>
      </p:sp>
      <p:sp>
        <p:nvSpPr>
          <p:cNvPr id="13" name="Shape 9"/>
          <p:cNvSpPr/>
          <p:nvPr/>
        </p:nvSpPr>
        <p:spPr>
          <a:xfrm>
            <a:off x="3611880" y="24048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sessions/quirky-charming-cray/mnt/outputs/deck/icons/tren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439" y="2532431"/>
            <a:ext cx="311810" cy="3118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62656" y="315468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2962656" y="35661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2999232" y="3977640"/>
            <a:ext cx="1792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 quantos incidentes chegam amanhã e na próxima semana.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065776" y="21488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4F6FB"/>
          </a:solidFill>
          <a:ln/>
        </p:spPr>
      </p:sp>
      <p:sp>
        <p:nvSpPr>
          <p:cNvPr id="19" name="Shape 14"/>
          <p:cNvSpPr/>
          <p:nvPr/>
        </p:nvSpPr>
        <p:spPr>
          <a:xfrm>
            <a:off x="5824728" y="24048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/sessions/quirky-charming-cray/mnt/outputs/deck/icons/targe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287" y="2532431"/>
            <a:ext cx="311810" cy="3118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75504" y="315468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5175504" y="35661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212080" y="3977640"/>
            <a:ext cx="1792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 tudo em pontos percentuais de meta contratual, não em taxa.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278624" y="21488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4F6FB"/>
          </a:solidFill>
          <a:ln/>
        </p:spPr>
      </p:sp>
      <p:sp>
        <p:nvSpPr>
          <p:cNvPr id="25" name="Shape 19"/>
          <p:cNvSpPr/>
          <p:nvPr/>
        </p:nvSpPr>
        <p:spPr>
          <a:xfrm>
            <a:off x="8037576" y="24048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sessions/quirky-charming-cray/mnt/outputs/deck/icons/repea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135" y="2532431"/>
            <a:ext cx="311810" cy="31181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88352" y="315468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7388352" y="35661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7424928" y="3977640"/>
            <a:ext cx="1792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ativos crônicos, como o gerador de 120 chamados/mês.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9491472" y="21488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4F6FB"/>
          </a:solidFill>
          <a:ln/>
        </p:spPr>
      </p:sp>
      <p:sp>
        <p:nvSpPr>
          <p:cNvPr id="31" name="Shape 24"/>
          <p:cNvSpPr/>
          <p:nvPr/>
        </p:nvSpPr>
        <p:spPr>
          <a:xfrm>
            <a:off x="10250424" y="24048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5" descr="/sessions/quirky-charming-cray/mnt/outputs/deck/icons/zap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7983" y="2532431"/>
            <a:ext cx="311810" cy="31181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601200" y="315468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9601200" y="35661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9637776" y="3977640"/>
            <a:ext cx="1792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 os próprios modelos e já detectou viés de dezembro sozinho.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· 2 min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 AIOps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sessions/quirky-charming-cray/mnt/outputs/deck/icons/se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605790"/>
            <a:ext cx="251460" cy="2514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303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1430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chega para o gestor, todo dia, antes das 9h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6675120" cy="416052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2860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AÇÃO — ORION  ·  execução real, 07/09/2026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14400" y="278892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63946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7889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920240" y="2734056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IC00349 gerou 1.448 incidentes (120/mês). Abrir Problema ITIL — causa raiz, não sintoma.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63946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657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920240" y="3602736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de +31% previsto em P3 para 07/01 — antecipar escala de plantão.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0" y="452628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63946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45262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920240" y="4471416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projeta 75% de atingimento anual — faltam 3 violações para cair de faixa.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14400" y="539496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53949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920240" y="5340096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de +25% detectado no próprio modelo de dezembro — retreino sinalizado sozinho.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589520" y="2103120"/>
            <a:ext cx="3977640" cy="123444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726680" y="2231136"/>
            <a:ext cx="37033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000" dirty="0"/>
          </a:p>
        </p:txBody>
      </p:sp>
      <p:sp>
        <p:nvSpPr>
          <p:cNvPr id="22" name="Text 19"/>
          <p:cNvSpPr/>
          <p:nvPr/>
        </p:nvSpPr>
        <p:spPr>
          <a:xfrm>
            <a:off x="7726680" y="2819095"/>
            <a:ext cx="3703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gerados neste ciclo, pelos 5 agentes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589520" y="3520440"/>
            <a:ext cx="3977640" cy="123444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726680" y="3648456"/>
            <a:ext cx="37033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5" name="Text 22"/>
          <p:cNvSpPr/>
          <p:nvPr/>
        </p:nvSpPr>
        <p:spPr>
          <a:xfrm>
            <a:off x="7726680" y="4236415"/>
            <a:ext cx="3703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exigem ação imediata do gestor hoje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589520" y="4937760"/>
            <a:ext cx="3977640" cy="1325880"/>
          </a:xfrm>
          <a:prstGeom prst="roundRect">
            <a:avLst>
              <a:gd name="adj" fmla="val 827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726680" y="5065776"/>
            <a:ext cx="370332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~13s</a:t>
            </a:r>
            <a:endParaRPr lang="en-US" sz="3400" dirty="0"/>
          </a:p>
        </p:txBody>
      </p:sp>
      <p:sp>
        <p:nvSpPr>
          <p:cNvPr id="28" name="Text 25"/>
          <p:cNvSpPr/>
          <p:nvPr/>
        </p:nvSpPr>
        <p:spPr>
          <a:xfrm>
            <a:off x="7726680" y="5706770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execução do pipeline completo sobre 122 mil incidentes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· 2 min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 AIOps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/sessions/quirky-charming-cray/mnt/outputs/deck/icons/tre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605790"/>
            <a:ext cx="251460" cy="2514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303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— RESULTADOS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1430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de volume erra menos que o retrovisor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(erro médio absoluto) contra o baseline ingênuo — quanto menor, melhor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6675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1463040"/>
                <a:gridCol w="146304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modelo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baseline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Ganho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· Alta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+14,0%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· Alta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+24,0%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 · Média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11,52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20,79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+44,6%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 · Média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14,68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+25,0%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589520" y="2331720"/>
            <a:ext cx="3977640" cy="1874520"/>
          </a:xfrm>
          <a:prstGeom prst="roundRect">
            <a:avLst>
              <a:gd name="adj" fmla="val 585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726680" y="2459736"/>
            <a:ext cx="3703320" cy="10309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7726680" y="3418942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violações de OLA capturadas revisando apenas 6 chamados/dia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589520" y="4389120"/>
            <a:ext cx="3977640" cy="18288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726680" y="4517136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19,5x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7726680" y="5449824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do modelo de risco sobre uma fila aleatória (PR-AUC 0,188 vs. 0,0096)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dentro de Ação, 2 min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 AIOps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114800"/>
            <a:ext cx="4023360" cy="4023360"/>
          </a:xfrm>
          <a:prstGeom prst="ellipse">
            <a:avLst/>
          </a:prstGeom>
          <a:solidFill>
            <a:srgbClr val="24317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/sessions/quirky-charming-cray/mnt/outputs/deck/icons/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605790"/>
            <a:ext cx="251460" cy="2514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5303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143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peço para comprar hoje. Peço 30 dias.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83580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377440" y="2212848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aos dados de incidente dos últimos 12 meses. Sem mudança de infraestrutura, sem contrato longo.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315468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83580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2–3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377440" y="3081528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 roda em paralelo sobre o histórico real da operação — os mesmos times, a mesma meta de P2.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40233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4023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377440" y="3950208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objetivo: o modelo teria sinalizado, a tempo, os chamados que evitariam as 3 violações que separaram 75% de 100%?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5166360"/>
            <a:ext cx="10927080" cy="1143000"/>
          </a:xfrm>
          <a:prstGeom prst="roundRect">
            <a:avLst>
              <a:gd name="adj" fmla="val 8000"/>
            </a:avLst>
          </a:prstGeom>
          <a:solidFill>
            <a:srgbClr val="283580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5166360"/>
            <a:ext cx="10378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eu preciso do senhor hoje: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autorizar a entrada de dados para a POC — sem custo de infraestrutura nesta fase, resultado em três semanas.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· 2 min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 AIOps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243173"/>
          </a:solidFill>
          <a:ln/>
        </p:spPr>
      </p:sp>
      <p:sp>
        <p:nvSpPr>
          <p:cNvPr id="3" name="Shape 1"/>
          <p:cNvSpPr/>
          <p:nvPr/>
        </p:nvSpPr>
        <p:spPr>
          <a:xfrm>
            <a:off x="5120640" y="1463040"/>
            <a:ext cx="868680" cy="8686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4" name="Image 0" descr="/sessions/quirky-charming-cray/mnt/outputs/deck/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7810" y="168021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incidentes.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1280160" y="36576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a distância entre 75% e 100% de uma meta contratual em 2025.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ORION existe para que essa distância nunca mais seja descoberta tarde demais.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80160" y="5120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Podemos marcar a entrada de dados da POC ainda esta semana?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 AIOps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ORION AIOps — Pitch Diretor Locaweb</dc:title>
  <dc:subject>PptxGenJS Presentation</dc:subject>
  <dc:creator>Jéssica</dc:creator>
  <cp:lastModifiedBy>Jéssica</cp:lastModifiedBy>
  <cp:revision>1</cp:revision>
  <dcterms:created xsi:type="dcterms:W3CDTF">2026-09-07T21:59:50Z</dcterms:created>
  <dcterms:modified xsi:type="dcterms:W3CDTF">2026-09-07T21:59:50Z</dcterms:modified>
</cp:coreProperties>
</file>